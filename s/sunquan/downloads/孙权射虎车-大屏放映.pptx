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大家好，我是乐乐小主播（名字）。今天我要讲一个三国里的故事，名字叫——《孙权射虎车》。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【图2】</a:t>
            </a:r>
          </a:p>
          <a:p>
            <a:r>
              <a:t>故事发生在长江的南边，那个地方叫江东。那时候江东的山里老虎很多。人们走路都要结伴走，不敢一个人进山。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【图3】</a:t>
            </a:r>
          </a:p>
          <a:p>
            <a:r>
              <a:t>江东的主公叫孙权。他哥哥孙策把江东交给了他。孙权喜欢骑马，也喜欢射箭。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【图4】</a:t>
            </a:r>
          </a:p>
          <a:p>
            <a:r>
              <a:t>他最喜欢做的一件事，是射虎。骑着马，追着老虎跑。这件事很危险，可他胆子大，一点也不怕。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【图5】</a:t>
            </a:r>
          </a:p>
          <a:p>
            <a:r>
              <a:t>有一天，老虎猛地冲过来，一下子搭住了马鞍！马吓得跳了起来。就差那么一点点……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【图6】</a:t>
            </a:r>
          </a:p>
          <a:p>
            <a:r>
              <a:t>老臣张昭赶紧来劝他：「您是主公啊。万一您有个闪失，江东这么多人，靠谁呢？」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【图7】</a:t>
            </a:r>
          </a:p>
          <a:p>
            <a:r>
              <a:t>孙权点点头，说：「我知道了。」可是他心里还是放不下——射虎这件事，他太喜欢了。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【图8】</a:t>
            </a:r>
          </a:p>
          <a:p>
            <a:r>
              <a:t>于是他想了一个办法。他找来工匠，比划着说：给我造一辆车——四面都开上格子窗，顶上不要盖子。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【图9】</a:t>
            </a:r>
          </a:p>
          <a:p>
            <a:r>
              <a:t>车造好了：四面开着方格子窗，顶上敞着，看得清清楚楚；一个人在前面驾马，孙权坐在车里，从格子里往外射。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【图10】</a:t>
            </a:r>
          </a:p>
          <a:p>
            <a:r>
              <a:t>老虎又来了。这一回老虎撞在车上，孙权坐在车里，稳稳地拉开弓。人在车里，老虎咬不着他——他一点也没受伤。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【图11】</a:t>
            </a:r>
          </a:p>
          <a:p>
            <a:r>
              <a:t>老虎又来了，一下子扑到车上。可是有那些格子窗挡着，它咬不着车里的人。孙权坐在车里，一点也不怕——他还伸出手，拍了一下老虎的爪子。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【图12】</a:t>
            </a:r>
          </a:p>
          <a:p>
            <a:r>
              <a:t>很久很久以后，宋朝有位诗人叫苏东坡，还写词说：「亲射虎，看孙郎」——说的就是他。</a:t>
            </a:r>
          </a:p>
          <a:p>
            <a:r>
              <a:t>不过现在，老虎已经很少很少了，是我们大家要保护的动物。今天，谁也不许射虎啦。</a:t>
            </a:r>
          </a:p>
          <a:p>
            <a:r>
              <a:t>小朋友们，孙权又勇敢，又爱动脑筋。喜欢做的事，他没有因为危险就不做，而是想了个办法——造一辆车，坐在车里射，又过瘾，又安全。</a:t>
            </a:r>
          </a:p>
          <a:p>
            <a:r>
              <a:t>敢做，还要会想办法。</a:t>
            </a:r>
          </a:p>
          <a:p>
            <a:r>
              <a:t>你骑车的时候戴上小头盔，玩滑梯的时候坐好了再往下滑——你也在做和孙权一样的事呢。</a:t>
            </a:r>
          </a:p>
          <a:p>
            <a:r>
              <a:t>我的故事讲完了，谢谢大家！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E8C25C"/>
                </a:solidFill>
                <a:latin typeface="微软雅黑"/>
                <a:ea typeface="微软雅黑"/>
              </a:rPr>
              <a:t>乐乐小主播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601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微软雅黑"/>
                <a:ea typeface="微软雅黑"/>
              </a:rPr>
              <a:t>《孙权射虎车》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BEE3F8"/>
                </a:solidFill>
                <a:latin typeface="微软雅黑"/>
                <a:ea typeface="微软雅黑"/>
              </a:rPr>
              <a:t>—— 三国里的一天 · 敢做，还要会想办法 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D0D0D0"/>
                </a:solidFill>
                <a:latin typeface="微软雅黑"/>
                <a:ea typeface="微软雅黑"/>
              </a:rPr>
              <a:t>主播：____________（班级：________）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A0A0A0"/>
                </a:solidFill>
                <a:latin typeface="微软雅黑"/>
                <a:ea typeface="微软雅黑"/>
              </a:rPr>
              <a:t>建议时长 3–5 分钟 · 按 → 键或点击翻页 · 备注栏有提示词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